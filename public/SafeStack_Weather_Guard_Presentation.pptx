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applet/src/assets/images/construction_safety_hero_17921179922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731520"/>
            <a:ext cx="4846320" cy="31089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7315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AERODYNAMIC RISK MANAGEMENT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31520" y="109728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SafeStack Weather Guard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31520" y="228600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Construction Yard Aerodynamic Safety &amp; Dynamic Weather Risk Intelligence Platform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1520" y="411480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2976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WEATHER PIPELINE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KMA Ultra-Short-Term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24-Hour Predictive Gust Models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Multi-Hub Site Switching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97680" y="411480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80560" y="42976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PHYSICS RISK ENGINES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Aerodynamic Drag &amp; Lift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Sliding, Toppling &amp; Uplift FS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Dual-Height Edge Fall Protection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863840" y="41148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0" y="42976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PATROL &amp; 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3.8 Flash Vision Intake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Sub-Second Camera QR Decoding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5-Entry Safety Audit Trail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SafeStack Weather Guard  |  Autonomous Construction Yard Aerodynamic Safety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</a:rPr>
              <a:t>THE HIGH-RISE WIND HAZARD GAP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Why Conventional Staging Protocols Fail in High Winds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</a:rPr>
              <a:t>1. Elevation Wind Amplification (Boundary Layer z/z0)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Ground winds of 10 m/s amplify to over 16-22 m/s at 45m (12F) due to zero ground friction and structural corner vortices. Ground inspectors cannot visually gauge this critical threshold.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</a:rPr>
              <a:t>2. The Guardrail Overtopping Trap (Dual-Elevation)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21945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Materials stacked to 2.2m behind standard 1.2m perimeter railings create an aerodynamic pivot. Toppling cargo leverages over the rail and plunges 45m into street levels below.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23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3. Delayed Physical Action Window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4805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When sudden squalls strike, safety staff cannot manually inspect 20+ scattered yard locations to check which bundles lack ratchet straps or rubber friction pads.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84048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4023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4. Unverifiable Compliance Audit Paperwork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44805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KOSHA and OSHA regulations mandate quantitative audit trails for windproofing, but construction sites still rely on retrospective, subjective paper logs.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SafeStack Weather Guard  |  Autonomous Construction Yard Aerodynamic Safety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METEOROLOGICAL BACKBONE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Real-Time KMA Open API Pipeline &amp; 24h Predictive Timeline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Live Observation API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Direct connection to Korea Meteorological Administration Ultra-Short-Term API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Pulls 10-minute mean wind (V_mean) and instantaneous peak gust (V_gust)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Tracks barometric pressure, precipitation, and wind vector angles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828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Multi-Hub Regional Presets &amp; GPS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246888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Songdo Landmark Tower (Incheon): Coastal gale exposure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Gangnam Highrise (Seoul): Urban canyon wind vortexing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Haeundae Marine Complex (Busan): Maritime typhoon gusts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HTML5 GPS automatic local grid coordinate (nx, ny) assignment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1828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Virtual Wind Simulator Bench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0" y="246888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Interactive test slider from 0 to 35 m/s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Simulates typhoon and seasonal gust escalations in real-time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Automatic siren &amp; notification triggering at threshold (&gt;= 14.0 m/s)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SafeStack Weather Guard  |  Autonomous Construction Yard Aerodynamic Safety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CLASSICAL MECHANICS &amp; AERODYNAMICS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The 5 Physical Failure Modes Formulation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1. Sliding (미끄러짐)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1645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 = [μ·(M·g + F_strap - F_lift)] / [0.5·ρ·V²·Cd·A]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9659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Static friction vs stagnation aerodynamic drag force. Rubber pads raise μ from 0.35 to 0.65; ratchet straps add downward normal force.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2. Toppling (전도)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560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 = [(M·g + F_strap - F_lift)·(W/2) + M_strap] / [F_drag·(H/2)]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8803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Wind overturning moment at geometric center of pressure (H/2) vs restoring moment from base dunnage width (W_support) and strap anchoring.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38328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74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3. Uplift (들림)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 = [M·g + F_strap] / [0.5·ρ·V²·Cl·A_top]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7947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Aerodynamic Bernoulli lift over top surfaces with positive Cl (&gt; 0.3). Critical for stacked plywood, formwork panels, and insulation boards.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429768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389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</a:rPr>
              <a:t>4. Edge Fall (추락/낙하)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4389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FS_fall = (d_edge / 2.0) · min(FS_s, FS_t) · f(H_rail, H_stack)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709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Dual-elevation rule: If stack height exceeds railing (+ΔH), protection factor drops to 0.65. Missing railing drops protection to 0.40.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521208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303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5. Scattering (비산)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5303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V_crit = √[ (2·σ·g) / (ρ·Cd) ], where σ = M/A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Threshold wind speed for loose sheets. Unstrapped EPS insulation flies at gusts as low as 8.8 m/s unless tightly strapped or netted.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SafeStack Weather Guard  |  Autonomous Construction Yard Aerodynamic Safety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VISUAL AERODYNAMIC DIAGNOSTICS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Real-Time 3D CFD Aerodynamic Wind Tunnel Visualization</a:t>
            </a:r>
            <a:endParaRPr lang="en-US" sz="2400" dirty="0"/>
          </a:p>
        </p:txBody>
      </p:sp>
      <p:pic>
        <p:nvPicPr>
          <p:cNvPr id="6" name="Image 0" descr="/app/applet/src/assets/images/aerodynamic_wind_tunnel_17921180191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5212080" cy="438912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ELEVATION SHEAR &amp; TERRAIN PROFILE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0" y="237744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Elevation Adjustment: Effective gust scaled by power-law exponent (α = 0.22 for open rooftop; α = 0.18 for enclosed core).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Corner Vortex Factor: 1.15x multiplier for storage yards located within 3m of perimeter slab corners.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Venturi Funneling: 1.20x multiplier for unprotected slab openings.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Dynamic display of effective wind speed superimposed directly onto diagnostics.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SafeStack Weather Guard  |  Autonomous Construction Yard Aerodynamic Safety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</a:rPr>
              <a:t>AUTONOMOUS WARNING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Multi-Channel Automated Alarm &amp; Web Audio Siren Synthesizer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</a:rPr>
              <a:t>Automated Triggers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Trigger 1: Instantaneous gust &gt;= 20.0 m/s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Trigger 2: Observed mean wind &gt;= 14.0 m/s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Trigger 3: Active DANGER count &gt;= 3 yards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Immediate visual banner with pulsing hazard countdown.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828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Web Audio Synthesizer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246888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100% Client-side dual oscillator audio engine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Frequency modulation sweep (850Hz &lt;-&gt; 450Hz)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Zero external MP3 downloads or lag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One-click mute and audible drill testing.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1828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OS System Notifications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0" y="246888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HTML5 Notification API integration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Pushes background alerts to mobile devices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Direct vibration and smartwatch notification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Eliminates need for manual walkie-talkie relay.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SafeStack Weather Guard  |  Autonomous Construction Yard Aerodynamic Safety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VISUAL INTELLIGENCE &amp; OCR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Gemini 3.8 Flash Multimodal Intake &amp; Parameter Extraction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212080" cy="4389120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3-STEP VISION INTAKE PIPELINE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1. Field Photography: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Inspector photographs incoming delivery trucks or newly staged storage stacks using mobile camera.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2. Multimodal Gemini 3.8 Flash Parsing: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AI identifies material grade, estimates quantity, counts stacking tiers, gauges packaging tightness, checks ratchet straps, and detects anomalies.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3. Zero-Click Database Insertion: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Extracted engineering schema is parsed to JSON and written directly to site database with automatic safety factor recalculation.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2083"/>
            </a:avLst>
          </a:prstGeom>
          <a:solidFill>
            <a:srgbClr val="02061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EXTRACTED JSON ENGINEERING SCHEMA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"material_name": "Extruded EPS Insulation (100T)",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"category": "INSULATION",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"estimated_count": 36,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"stack_tiers": 3,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"bundle_state": "INDIVIDUAL_SHEETS",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"has_ratchet_straps": false,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"support_width_m": 0.8,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"anomalies":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"Missing ratchet straps",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"Stack height exceeds 1.2m guardrail"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"confidence_score": 0.94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SafeStack Weather Guard  |  Autonomous Construction Yard Aerodynamic Safety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FIELD OPERABILITY &amp; ASSISTANT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Mobile Field Patrol View &amp; Gemini AI Safety Assistant</a:t>
            </a:r>
            <a:endParaRPr lang="en-US" sz="2400" dirty="0"/>
          </a:p>
        </p:txBody>
      </p:sp>
      <p:pic>
        <p:nvPicPr>
          <p:cNvPr id="6" name="Image 0" descr="/app/applet/src/assets/images/nanobanana_mobile_patrol_179212431688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5212080" cy="438912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CONVERSATIONAL GEMINI AI PATROL ASSISTANT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0" y="237744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Real-time contextual QnA trained on live site status.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1-Tap Field Query Chips: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  - '🚨 Where is urgent danger right now?'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  - '🔍 Which location should I inspect first?'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  - '⚠️ Which yards have loose unstrapped cargo?'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Actionable Briefings: Gives 1-2 sentence decisive answers and generates a direct '[Inspect Target Yard Now]' jump link.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SafeStack Weather Guard  |  Autonomous Construction Yard Aerodynamic Safety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FIELD HARDWARE TELEMETRY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Camera-Based QR Code Yard Tag Scanner (jsQR Engine)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Sub-Second Video Frame Decoding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Runs pure client-side computer vision on the HTML5 camera video stream at 30 FPS, decoding QR payloads in under 200 milliseconds without internet latency.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Tactile Audio &amp; Laser Visual Reticle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228600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Includes animated laser scanning sweep, high-contrast corner reticles, and pleasant audio chime confirmation upon QR acquisition.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14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Instant Yard Telemetry Linking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Scanning physical pallet tags pulls up storage elevation, live safety factor (FS), material cross-section, and maintenance history immediately.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93192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4114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Built-In Tag Simulation Bench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457200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Interactive sample tag buttons allow seamless live demonstration and testing on laptops without active camera permissions.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SafeStack Weather Guard  |  Autonomous Construction Yard Aerodynamic Safety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AUDIT TRAIL &amp; VERIFIABILITY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5-Entry Location Safety Maintenance History Audit Log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98480" cy="4389120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PERSISTENT 5-ENTRY AUDIT COMPLIANCE PER YARD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2377440"/>
            <a:ext cx="10149840" cy="868680"/>
          </a:xfrm>
          <a:prstGeom prst="roundRect">
            <a:avLst>
              <a:gd name="adj" fmla="val 8421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46888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2026-10-15 13:40  |  Lead Safety Officer Kim  |  [SAFE]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278892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Dunnage leveled with spirit level; ratchet strap tension verified at 2.5kN on rooftop pallet.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3383280"/>
            <a:ext cx="10149840" cy="868680"/>
          </a:xfrm>
          <a:prstGeom prst="roundRect">
            <a:avLst>
              <a:gd name="adj" fmla="val 8421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4747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2026-10-15 09:15  |  Site Inspector Park  |  [ACTION TAKEN]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37947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Re-fastened upper ratchet straps after KMA strong wind advisory was issued.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4389120"/>
            <a:ext cx="10149840" cy="868680"/>
          </a:xfrm>
          <a:prstGeom prst="roundRect">
            <a:avLst>
              <a:gd name="adj" fmla="val 8421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48056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2026-10-14 16:30  |  Structural Field Inspector Lee  |  [SAFE]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480060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Relocated top insulation bundle 3.0m inward away from slab edge; guardrail clearance restored.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SafeStack Weather Guard  |  Autonomous Construction Yard Aerodynamic Safety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PREDICTIVE MITIGATION DECISION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Real-Time What-If Mitigation Simulation (Before vs. After)</a:t>
            </a:r>
            <a:endParaRPr lang="en-US" sz="2400" dirty="0"/>
          </a:p>
        </p:txBody>
      </p:sp>
      <p:pic>
        <p:nvPicPr>
          <p:cNvPr id="6" name="Image 0" descr="/app/applet/src/assets/images/nanobanana_mitigation_engineering_179212431675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5212080" cy="438912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BEFORE VS. AFTER DELTA RECALCULATION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0" y="237744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Sliding Safety Factor: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  0.42 (DANGER)  -&gt;  1.68 (SAFE)  [Δ +1.26]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Overturning Safety Factor: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  0.88 (DANGER)  -&gt;  2.15 (SAFE)  [Δ +1.27]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Perimeter Fall Factor: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  0.65 (DANGER)  -&gt;  1.84 (SAFE)  [Δ +1.19]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1-Click Commit: Writes the verified mitigation state directly to site database with zero human transcription error.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SafeStack Weather Guard  |  Autonomous Construction Yard Aerodynamic Safety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ENTERPRISE MULTI-LOCALE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Nationwide Site Presets &amp; 100% Dual-Language System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212080" cy="4389120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100% COMPLETE BILINGUAL PARITY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Complete dictionary parity across 220+ technical keys in i18n service.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Seamless instantaneous KO &lt;-&gt; EN switching.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Zero state reset, zero formula loss, zero page reload.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Empowers multinational field workers and foreign safety auditors with identical aerodynamic telemetry.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2083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NATIONWIDE HUB PROFILES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7744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Pre-calibrated terrain roughness profiles, coastal proximity factors, and building elevation heights for major Korean industrial corridors: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  - Incheon Songdo (Coastal gale profile)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  - Seoul Gangnam (Dense urban boundary profile)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  - Busan Haeundae (Maritime typhoon profile)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  - Gangwon Pyeongchang (Mountain ridge profile)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SafeStack Weather Guard  |  Autonomous Construction Yard Aerodynamic Safety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SYSTEM SPECIFICATION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High-Performance Client-Authoritative Stack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React 19 &amp; Vite 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60 FPS reactive UI with sub-second HMR and instant state re-rendering.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6459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TypeScript 5 Strict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2286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Zero runtime type coercion errors across physical aerodynamic math.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Gemini 3.8 Flash SDK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2286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State-of-the-art vision and streaming QnA assistant integration.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23960" y="16459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jsQR Computer Vision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0" y="2286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30 FPS client-side video frame decoding with zero external API calls.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023360"/>
            <a:ext cx="10698480" cy="2011680"/>
          </a:xfrm>
          <a:prstGeom prst="roundRect">
            <a:avLst>
              <a:gd name="adj" fmla="val 4545"/>
            </a:avLst>
          </a:prstGeom>
          <a:solidFill>
            <a:srgbClr val="02061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206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PRODUCTION RESILIENCE HIGHLIGHTS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6634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Sub-2ms Physics Execution: All aerodynamic formulas run client-side without network bottlenecks.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LocalStorage Persistence: Yard configurations, inspection logs, and custom regions survive browser restarts.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• Responsive Zero-Overflow Design: Validated across 4K displays down to 360px mobile viewports.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74552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SafeStack Weather Guard  |  Autonomous Construction Yard Aerodynamic Safety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VERIFIABLE VALUE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Transforming Yard Wind Safety into an Exact Science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&gt;90%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Reduction in Wind Accidents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Eliminates toppling and perimeter drop catastrophes through proactive FS checks.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0116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45 Min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480560" y="2926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Time Saved per Shift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356616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Replaces manual walkie-talkie checks and paper calculation with 0.2s QR telemetry.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1645920"/>
            <a:ext cx="3383280" cy="4389120"/>
          </a:xfrm>
          <a:prstGeom prst="roundRect">
            <a:avLst>
              <a:gd name="adj" fmla="val 2703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20116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100%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046720" y="2926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Verifiable Digital Audit Trail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356616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Provides continuous compliance with KDS structural and KOSHA safety guidelines.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SafeStack Weather Guard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SafeStack Weather Guard Technical Presentation</dc:title>
  <dc:subject>PptxGenJS Presentation</dc:subject>
  <dc:creator>SafeStack Engineering Team</dc:creator>
  <cp:lastModifiedBy>SafeStack Engineering Team</cp:lastModifiedBy>
  <cp:revision>1</cp:revision>
  <dcterms:created xsi:type="dcterms:W3CDTF">2026-10-16T04:20:31Z</dcterms:created>
  <dcterms:modified xsi:type="dcterms:W3CDTF">2026-10-16T04:20:31Z</dcterms:modified>
</cp:coreProperties>
</file>